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F7FF-46C8-CD7B-4573-1F20EC406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73AB9-BC3A-92E1-4AED-F74867628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6ED5-57C0-EA88-D975-7958CB513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F123-33F9-D704-6C02-57BF5157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81D86-F197-AECF-47B7-2AE49E0F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3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20BB4-F41F-9733-E08C-6CB4CF05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B24D-E190-5E17-860C-1860D1A61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7AA8B-4998-669F-0734-4046CC58C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C0057-D7DA-9860-748C-2570A87D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BF3C8-CB5B-ED5D-8CEB-35AB4B06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4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4B40-C20B-21E7-A67A-5D1E4DCE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DD3C0-15D6-9711-281E-06C444A53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636DE-4CD0-CD2B-0C43-376BD23DA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9A27A-B718-B216-692B-C311F957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0A73-9866-AEAC-A1E8-557D7B3F8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7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520F-33D7-00B2-CD35-27F7479D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472A2-C894-BFE9-7B3B-BC3AD87D6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33E92-65B9-01E8-7648-8A9C8DAFB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F5A68-CE68-162B-5BAE-333B97AC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94D5A-8921-7A0B-EF07-7BFFB680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AD531-43EB-8EF9-8958-87E22294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11A5-38C0-1A3A-4F3B-176729F89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70BAB-0FF2-E655-C586-222BAD7A1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D8796-7899-BFBE-5F74-2DC38F5BB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F7514-42A8-8F27-699E-634061FB3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8E000-687D-0AD1-A577-D886BBBB4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A029F-6215-162D-19E7-0C0B5FFF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6E29DA-82BF-B669-1FFF-AAD8621C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6233A-21E2-D753-2C45-00A77A40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5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C5175-1D14-3440-0DA3-5BA27DCD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1392B-98C2-3C34-9F0F-7FF22FB6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003AC-9071-BC16-4B58-DF3DDA08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648524-3092-2B07-6688-9921CEF2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5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29FCC-8234-63F1-1DA7-7E014D78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56121-4DCC-8ED5-08EF-096AE6BD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6726F-9A30-3A17-2CFC-85A62511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7F19-BFCD-17E2-B483-1E508356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A65A0-E9BE-DB1C-60CF-11E50685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44E8E-C473-1F58-A6B0-69B954E8A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B201B-C3E7-9D40-EC7E-E8C25120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857E6-7283-EA68-7090-013C3053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7D161-6868-3063-02DE-67939937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3CC2-4A15-B20F-4BB1-02EC9D82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A34EF-C3AA-A0C5-5CEA-D0C17E108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20CF8-D48E-0FA2-BB3A-5CECBFC4B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94321-1DD7-8014-9F68-B4055917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F53A4-C6D0-CB07-1F0C-F1589485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EEEB1-2A84-5DDE-6C50-ECD6E7ED0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49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D7CA3-591E-680B-B6D0-7CFCEECD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BB8FE-70BA-F3B8-1422-C4A34E92F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C0096-CE89-3E9C-3B56-B9CD1AD6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4A34E-713B-2B11-94EC-2C79861F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71007-C12E-5BD5-0E43-00F8F914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F2740E-708C-0894-CCEE-FF1C75657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F9C39-942E-52DD-2531-EC3E62358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9444F-1CAF-1533-32F6-8B1DEFF6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AED9-4B40-AEA5-8CA2-58662895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B984E-B1BA-BF8C-4E8B-8B53C1F0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69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414DA-C629-C6D3-F6CE-EEAF607F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C7A07-9CDE-CCA3-8EE7-4275E10B5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DD66B-9AFD-9631-CC53-3E7505B8D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53DA3-FB4F-456C-8D15-51F921635ED3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480DC-3F70-7695-8D1E-0279D4D577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0AEDB-818C-7606-32B5-A0221DD5B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BD97B-6AD6-4E06-9702-668E419CE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2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95B5-AE77-C162-D7E5-544327092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C4A9E-EFF1-F675-11CB-73F496C197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A5F12-75C6-F4B8-3DA3-491DE9341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3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Zero Hour</dc:creator>
  <cp:lastModifiedBy>Zero Hour</cp:lastModifiedBy>
  <cp:revision>3</cp:revision>
  <dcterms:created xsi:type="dcterms:W3CDTF">2024-12-20T06:16:35Z</dcterms:created>
  <dcterms:modified xsi:type="dcterms:W3CDTF">2024-12-20T06:38:31Z</dcterms:modified>
</cp:coreProperties>
</file>